
<file path=[Content_Types].xml><?xml version="1.0" encoding="utf-8"?>
<Types xmlns="http://schemas.openxmlformats.org/package/2006/content-types"/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3"/>
  </p:sldIdLst>
</p:presentation>
</file>

<file path=ppt/_rels/presentation.xml.rels><?xml version="1.0"?><Relationships xmlns="http://schemas.openxmlformats.org/package/2006/relationships"><Relationship Id="rId2" Type="http://schemas.openxmlformats.org/officeDocument/2006/relationships/slide" Target="slides/slide2.xml"/><Relationship Id="rId3" Type="http://schemas.openxmlformats.org/officeDocument/2006/relationships/slide" Target="slides/slide1.xml"/></Relationships>
</file>

<file path=ppt/notesSlides/notes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Pamiętać o przykładzie z OpenCV.</a:t>
            </a:r>
          </a:p>
          <a:p>
            <a:r>
              <a:t>1</a:t>
            </a:r>
          </a:p>
        </p:txBody>
      </p:sp>
    </p:spTree>
  </p:cSld>
</p:sld>
</file>

<file path=ppt/slides/_rels/slide2.xml.rels><?xml version="1.0"?><Relationships xmlns="http://schemas.openxmlformats.org/package/2006/relationships"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Stereowizja</a:t>
            </a:r>
          </a:p>
          <a:p>
            <a:r>
              <a:t>Dysparycja d = x</a:t>
            </a:r>
            <a:r>
              <a:t> </a:t>
            </a:r>
            <a:r>
              <a:t>− x′</a:t>
            </a:r>
          </a:p>
          <a:p>
            <a:r>
              <a:t>Mapa głębi: Z = f·B / d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Percepcja wizyjna — wykład 1</a:t>
            </a:r>
          </a:p>
          <a:p>
            <a:r>
              <a:t>Kamera otworkowa i </a:t>
            </a:r>
            <a:r>
              <a:t>macierz K</a:t>
            </a:r>
          </a:p>
          <a:p>
            <a:r>
              <a:t>Kalibracja &amp; zniekształcenia</a:t>
            </a:r>
          </a:p>
        </p:txBody>
      </p:sp>
    </p:spTree>
  </p:cSld>
</p:sld>
</file>